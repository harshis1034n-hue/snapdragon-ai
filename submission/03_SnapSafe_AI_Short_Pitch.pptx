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SLIDE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SnapSafe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“See it. Detect it. Protect it. Before you share it.”</a:t>
            </a:r>
            <a:br/>
            <a:br/>
            <a:r>
              <a:t>Privacy Firewall for the AI PC</a:t>
            </a:r>
            <a:br/>
            <a:r>
              <a:t>Snapdragon AI Lab Build &amp; Present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Platform Target: HP Snapdragon AI PCs (Snapdragon X Elite / X Plus)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Track: On-Device AI, Privacy &amp; Security, Real-Time Utility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Strict Guarantee: 100% On-Device Inference • 0 Bytes Cloud Egress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SLIDE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The Problem: Screen Sharing Data Leaks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Accidental exposure during high-stakes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Remote Interviews &amp; Hackathons: Developers accidentally broadcast IDE tabs with .env files, private API keys, and AWS secrets.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Academic Classrooms: Students reveal student IDs, personal phone numbers, and academic records over Zoom/Teams.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The Cloud AI Trap: Existing 'AI assistants' upload full screenshots to remote servers, violating privacy.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x86 Thermal Penalty: Running vision models on legacy x86 CPUs consumes 35W+, draining battery and causing fan noise.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SLIDE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The Solution: SnapSafe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Your on-device privacy shield before screen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Local Display Capture: Acquires display buffers in-memory with sub-20ms latency.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Neural Text Localization: Extracts tokens and spatial bounding boxes locally.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Multi-Vector Classification: Detects API keys, passwords, student IDs, phone numbers, and credit cards.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Smart Redaction: Applies irreversible Gaussian blur, pixelation, or blackout.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Interactive Safe Share: Compares before/after risk exposure via a drag slider (Risk 87 → 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Product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End-to-end 5-stage on-device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1. Capture Screen Buffer: Ingests uncompressed frame into local RAM without saving raw pixels.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2. Local OCR Model: Runs DBNet + CRNN via ONNX/QNN execution providers.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3. Sensitive Classification: Applies Shannon entropy (&gt; 3.2) and Luhn Mod-10 card checksums.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4. CVSS Risk Scoring: Evaluates Critical / High / Medium exposure and computes Privacy Score (0-100).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5. Safe Export: Exports protected graphic or clean presenter feed for zero-risk sharing.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Competition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One-click synthetic demonstration for judges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Synthetic Academic Portal: Generates realistic student record with synthetic test tokens.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Instant Detection: Catches OpenAI sk- key, password, student ID, mobile, and confidential tag.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On-Device Privacy Coach: Explains specific threat vectors and recommended mitigations.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Interactive Comparison: Judges drag slider to reveal original vs protected redacted screen.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Guaranteed Synthetic Data: 0 real credentials or real PII used in demonstrations.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SLIDE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Modular, decoupled, and hardware-neutral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Frontend: Modern React 18, TypeScript, Vite, Tailwind CSS, Lucide icons.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Backend: Python FastAPI local loopback engine (127.0.0.1:8000).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Desktop: Electron shell with native Windows frameless integration and display capture IPC.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Audit Store: SQLite metadata-only log with strict zero-raw-pixel retention.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Verification: 25 automated unit tests with 100% pass rate across detection, risk, and redaction.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SLIDE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Snapdragon Optimization &amp; Qualcomm AI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Engineered for Qualcomm Hexagon NPU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Hexagon NPU Acceleration: Designed to offload vision models to Snapdragon's 45 TOPS NPU.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Sub-5W Efficiency: Operates silently without fan noise or thermal throttling during long meetings.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Qualcomm AI Hub Abstraction: Pluggable BaseOCRProvider ready for compiled QNN context binaries.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Execution Provider Hook: Binds directly to onnxruntime-qnn with QNNExecutionProvider.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Truthful Disclosure: Prototype host runs local CPU fallback; ready for immediate NPU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SLIDE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Privacy &amp; Security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Zero-trust local processing guarantee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Cloud Egress Invariant: Exactly 0 bytes uploaded to external servers.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No External AI Calls: Zero reliance on cloud LLMs or third-party vision APIs.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Ephemeral RAM Processing: Raw unredacted display buffers are scrubbed immediately from memory.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Irreversible Redaction: Mathematical destruction of glyph strokes prevents deconvolution recovery.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Security Audit: Zero hardcoded credentials, zero telemetry of sensitive strings.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SLIDE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Market Impact &amp; 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Broad everyday utility across professional and academic sectors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Students &amp; Universities: Prevents accidental roll number and transcript leaks during online presentations.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Software Developers: Eliminates leaked production API keys during live hackathon demos and reviews.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Technical Interviewees: Protects proprietary documents and personal contact info from stream leaks.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Telehealth &amp; Remote Support: Enforces local compliance guardrails for healthcare and enterprise staff.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Roadmap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“SnapSafe AI turns the AI PC into a privacy firewall.”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Phase 1 (Current): Fully verified local MVP with OCR, multi-vector detection, redaction, and pitch demo.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Phase 2 (Target): Direct Qualcomm AI Hub QNN binary context compilation on Hexagon HTP v75.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Phase 3 (Target): Windows Virtual Display Driver (WDDM) for continuous 60 FPS background protection.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</a:defRPr>
            </a:pPr>
            <a:r>
              <a:t>•  Closing: Privacy is the killer use case for Snapdragon AI PCs. See it. Detect it. Protect it. Before you share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